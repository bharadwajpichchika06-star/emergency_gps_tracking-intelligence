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0"/>
            <a:ext cx="10817352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4800" b="1">
                <a:solidFill>
                  <a:srgbClr val="F8FAFC"/>
                </a:solidFill>
                <a:latin typeface="Arial"/>
              </a:defRPr>
            </a:pPr>
            <a:r>
              <a:t>GPS EMERGENCY TRACKER</a:t>
            </a:r>
          </a:p>
          <a:p>
            <a:pPr>
              <a:spcAft>
                <a:spcPts val="2400"/>
              </a:spcAft>
              <a:defRPr sz="2200" b="1">
                <a:solidFill>
                  <a:srgbClr val="10B981"/>
                </a:solidFill>
                <a:latin typeface="Arial"/>
              </a:defRPr>
            </a:pPr>
            <a:r>
              <a:t>With Voice-Activated Hands-Free SOS Alerts</a:t>
            </a:r>
          </a:p>
          <a:p>
            <a:pPr>
              <a:defRPr sz="1600">
                <a:solidFill>
                  <a:srgbClr val="94A3B8"/>
                </a:solidFill>
                <a:latin typeface="Arial"/>
              </a:defRPr>
            </a:pPr>
            <a:r>
              <a:t>A Smart, Web-Based Emergency Response Ecosystem for Vulnerable Individuals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303520"/>
            <a:ext cx="108173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8FAFC"/>
                </a:solidFill>
                <a:latin typeface="Arial"/>
              </a:defRPr>
            </a:pPr>
            <a:r>
              <a:t>Hackathon Pitch Presentation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Built with Flask | WebSockets | Web Speech API | Twilio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GPS EMERGENCY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The Critical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5120640" cy="4114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EF4444"/>
                </a:solidFill>
                <a:latin typeface="Arial"/>
              </a:defRPr>
            </a:pPr>
            <a:r>
              <a:t>🚨 The Human Vulnerability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In physical assaults, accidents, or medical crises (e.g. cardiac arrest, falls), victims often cannot reach or operate their mobile screen.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Elderly individuals or physically disabled users face severe cognitive or motor barriers when interacting with complex smart devices during high-stress situations.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Every second of delay in dispatching precise GPS location data directly impacts safety outcomes and response times.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2512" y="1828800"/>
            <a:ext cx="5120640" cy="4114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11112" y="205740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8FAFC"/>
                </a:solidFill>
                <a:latin typeface="Arial"/>
              </a:defRPr>
            </a:pPr>
            <a:r>
              <a:t>⏳ Limitations of Existing Solutions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• Standard panic apps require active device unlocking, swiping, or visual focus, which is impossible during direct threats.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• Most safety tracking tools rely on heavy server polling, leading to high latency and battery drain instead of instant notification updates.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• Critical alert notifications are often limited to single-channel notifications (like email only) that emergency contacts easily miss.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GPS EMERGENCY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The Smart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10817352" cy="4114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17727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 b="1">
                <a:solidFill>
                  <a:srgbClr val="10B981"/>
                </a:solidFill>
                <a:latin typeface="Arial"/>
              </a:defRPr>
            </a:pPr>
            <a:r>
              <a:t>An intelligent, hands-free emergency tracking and alerting system.</a:t>
            </a:r>
          </a:p>
          <a:p>
            <a:pPr>
              <a:spcAft>
                <a:spcPts val="1200"/>
              </a:spcAft>
              <a:defRPr sz="1500" b="1">
                <a:solidFill>
                  <a:srgbClr val="F8FAFC"/>
                </a:solidFill>
                <a:latin typeface="Arial"/>
              </a:defRPr>
            </a:pPr>
            <a:r>
              <a:t>🎙️ Hands-Free Voice Activation: </a:t>
            </a:r>
            <a:r>
              <a:rPr sz="1400">
                <a:solidFill>
                  <a:srgbClr val="94A3B8"/>
                </a:solidFill>
                <a:latin typeface="Arial"/>
              </a:rPr>
              <a:t>Integrates Web Speech API directly in the browser, triggering an instant emergency response upon speaking standard keywords ('Help me', 'SOS', 'Emergency') without touching the screen.</a:t>
            </a:r>
          </a:p>
          <a:p>
            <a:pPr>
              <a:spcAft>
                <a:spcPts val="1200"/>
              </a:spcAft>
              <a:defRPr sz="1500" b="1">
                <a:solidFill>
                  <a:srgbClr val="F8FAFC"/>
                </a:solidFill>
                <a:latin typeface="Arial"/>
              </a:defRPr>
            </a:pPr>
            <a:r>
              <a:t>🚨 Proactive Safety Sensors: </a:t>
            </a:r>
            <a:r>
              <a:rPr sz="1400">
                <a:solidFill>
                  <a:srgbClr val="94A3B8"/>
                </a:solidFill>
                <a:latin typeface="Arial"/>
              </a:rPr>
              <a:t>Detects falls and periods of abnormal inactivity automatically, sending immediate alerts even if the user is unconscious or incapacitated.</a:t>
            </a:r>
          </a:p>
          <a:p>
            <a:pPr>
              <a:spcAft>
                <a:spcPts val="1200"/>
              </a:spcAft>
              <a:defRPr sz="1500" b="1">
                <a:solidFill>
                  <a:srgbClr val="F8FAFC"/>
                </a:solidFill>
                <a:latin typeface="Arial"/>
              </a:defRPr>
            </a:pPr>
            <a:r>
              <a:t>📍 Real-Time Spatial Awareness: </a:t>
            </a:r>
            <a:r>
              <a:rPr sz="1400">
                <a:solidFill>
                  <a:srgbClr val="94A3B8"/>
                </a:solidFill>
                <a:latin typeface="Arial"/>
              </a:rPr>
              <a:t>Continuous live tracking utilizing browser geolocation rendered on interactive Leaflet.js maps, paired with custom geofencing safety boundaries.</a:t>
            </a:r>
          </a:p>
          <a:p>
            <a:pPr>
              <a:spcAft>
                <a:spcPts val="1200"/>
              </a:spcAft>
              <a:defRPr sz="1500" b="1">
                <a:solidFill>
                  <a:srgbClr val="F8FAFC"/>
                </a:solidFill>
                <a:latin typeface="Arial"/>
              </a:defRPr>
            </a:pPr>
            <a:r>
              <a:t>📞 Multi-Channel Urgent Broadcasts: </a:t>
            </a:r>
            <a:r>
              <a:rPr sz="1400">
                <a:solidFill>
                  <a:srgbClr val="94A3B8"/>
                </a:solidFill>
                <a:latin typeface="Arial"/>
              </a:rPr>
              <a:t>Triggers simultaneous voice call notifications (via Twilio automated text-to-speech), Twilio SMS alerts, and detailed HTML emergency emails to all registered contacts.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GPS EMERGENCY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Core Product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5120640" cy="1920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109728" cy="1920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8FAFC"/>
                </a:solidFill>
                <a:latin typeface="Arial"/>
              </a:defRPr>
            </a:pPr>
            <a:r>
              <a:t>🎙️ Voice Assistant Trigger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Triggers panic alarms and emergency dispatch immediately using natural language commands. Designed for situations where a device cannot be reached physically.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2512" y="1828800"/>
            <a:ext cx="5120640" cy="1920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82512" y="1828800"/>
            <a:ext cx="109728" cy="19202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1112" y="20116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8FAFC"/>
                </a:solidFill>
                <a:latin typeface="Arial"/>
              </a:defRPr>
            </a:pPr>
            <a:r>
              <a:t>🔔 Real-Time Alert Engine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Instantly fires Twilio SMS messages, initiates automated interactive voice calls, and distributes rich SMTP emails detailing the user's name and exact GPS link.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023360"/>
            <a:ext cx="5120640" cy="1920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4023360"/>
            <a:ext cx="109728" cy="19202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0624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8FAFC"/>
                </a:solidFill>
                <a:latin typeface="Arial"/>
              </a:defRPr>
            </a:pPr>
            <a:r>
              <a:t>📍 Live Mapping &amp; Geofencing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Interactive Leaflet.js spatial views. Allows administrators to establish virtual safe zones. Triggers warning alarms automatically if a user crosses boundaries.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82512" y="4023360"/>
            <a:ext cx="5120640" cy="1920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82512" y="4023360"/>
            <a:ext cx="109728" cy="1920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1112" y="420624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8FAFC"/>
                </a:solidFill>
                <a:latin typeface="Arial"/>
              </a:defRPr>
            </a:pPr>
            <a:r>
              <a:t>🍂 Fall &amp; Motion Detection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Leverages device accelerometer/gyroscope simulations and motion patterns. Detects sudden falls or extended inactivity, dispatching automatic SOS alerts.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GPS EMERGENCY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Technical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291840" cy="4114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3291840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F8FAFC"/>
                </a:solidFill>
                <a:latin typeface="Arial"/>
              </a:defRPr>
            </a:pPr>
            <a:r>
              <a:t>🖥️ Front-End client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Arial"/>
              </a:defRPr>
            </a:pPr>
            <a:r>
              <a:t>• HTML5 &amp; Vanilla CSS: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  <a:latin typeface="Arial"/>
              </a:defRPr>
            </a:pPr>
            <a:r>
              <a:t>  Modern, responsive glassmorphism UI.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Arial"/>
              </a:defRPr>
            </a:pPr>
            <a:r>
              <a:t>• Leaflet.js: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  <a:latin typeface="Arial"/>
              </a:defRPr>
            </a:pPr>
            <a:r>
              <a:t>  Lightweight interactive mapping library.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Arial"/>
              </a:defRPr>
            </a:pPr>
            <a:r>
              <a:t>• Web Speech API: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  <a:latin typeface="Arial"/>
              </a:defRPr>
            </a:pPr>
            <a:r>
              <a:t>  Low-latency local voice speech-to-text recognition.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Arial"/>
              </a:defRPr>
            </a:pPr>
            <a:r>
              <a:t>• Socket.IO Client: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  <a:latin typeface="Arial"/>
              </a:defRPr>
            </a:pPr>
            <a:r>
              <a:t>  Real-time, bi-directional server connectivity.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3984" y="1828800"/>
            <a:ext cx="3291840" cy="4114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43984" y="1828800"/>
            <a:ext cx="329184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26864" y="210312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F8FAFC"/>
                </a:solidFill>
                <a:latin typeface="Arial"/>
              </a:defRPr>
            </a:pPr>
            <a:r>
              <a:t>⚙️ Back-End engine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Arial"/>
              </a:defRPr>
            </a:pPr>
            <a:r>
              <a:t>• Flask (Python):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  <a:latin typeface="Arial"/>
              </a:defRPr>
            </a:pPr>
            <a:r>
              <a:t>  Lightweight WSGI application controller.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Arial"/>
              </a:defRPr>
            </a:pPr>
            <a:r>
              <a:t>• Flask-SocketIO: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  <a:latin typeface="Arial"/>
              </a:defRPr>
            </a:pPr>
            <a:r>
              <a:t>  WebSocket orchestration for real-time client updates.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Arial"/>
              </a:defRPr>
            </a:pPr>
            <a:r>
              <a:t>• SQLite &amp; SQLAlchemy: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  <a:latin typeface="Arial"/>
              </a:defRPr>
            </a:pPr>
            <a:r>
              <a:t>  Structured, high-performance local relational DB.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Arial"/>
              </a:defRPr>
            </a:pPr>
            <a:r>
              <a:t>• Background Threads: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  <a:latin typeface="Arial"/>
              </a:defRPr>
            </a:pPr>
            <a:r>
              <a:t>  Handles non-blocking notification tasks.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11312" y="1828800"/>
            <a:ext cx="3291840" cy="4114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11312" y="1828800"/>
            <a:ext cx="3291840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210312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F8FAFC"/>
                </a:solidFill>
                <a:latin typeface="Arial"/>
              </a:defRPr>
            </a:pPr>
            <a:r>
              <a:t>🔌 Third-Party integrations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Arial"/>
              </a:defRPr>
            </a:pPr>
            <a:r>
              <a:t>• Twilio SMS API: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  <a:latin typeface="Arial"/>
              </a:defRPr>
            </a:pPr>
            <a:r>
              <a:t>  Low-latency mobile distress texts.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Arial"/>
              </a:defRPr>
            </a:pPr>
            <a:r>
              <a:t>• Twilio Voice Call API: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  <a:latin typeface="Arial"/>
              </a:defRPr>
            </a:pPr>
            <a:r>
              <a:t>  Text-to-speech phone call broadcasting.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Arial"/>
              </a:defRPr>
            </a:pPr>
            <a:r>
              <a:t>• Gmail SMTP: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  <a:latin typeface="Arial"/>
              </a:defRPr>
            </a:pPr>
            <a:r>
              <a:t>  Secure HTML alert delivery (App Passwords).</a:t>
            </a:r>
          </a:p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Arial"/>
              </a:defRPr>
            </a:pPr>
            <a:r>
              <a:t>• HTML5 Geolocation:</a:t>
            </a:r>
          </a:p>
          <a:p>
            <a:pPr>
              <a:spcAft>
                <a:spcPts val="800"/>
              </a:spcAft>
              <a:defRPr sz="1150">
                <a:solidFill>
                  <a:srgbClr val="94A3B8"/>
                </a:solidFill>
                <a:latin typeface="Arial"/>
              </a:defRPr>
            </a:pPr>
            <a:r>
              <a:t>  High-accuracy coordinates API.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GPS EMERGENCY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Real-World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10817352" cy="1097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109728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👵 Elder Care &amp; Independent Living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Automatically detects fall events or prolonged lack of movement in senior citizens, triggering immediate automated voice calls and emails to caregivers.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154680"/>
            <a:ext cx="10817352" cy="1097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3154680"/>
            <a:ext cx="109728" cy="10972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9184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👩 Personal Safety &amp; Anti-Assault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Allows users to trigger immediate silent distress commands ('Save me', 'Call police') under threat when dialing manually is unsafe or impossible.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480560"/>
            <a:ext cx="10817352" cy="1097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4480560"/>
            <a:ext cx="109728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👷 High-Risk Industrial Environments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Protects lone workers in mines, factories, or construction zones. Relies on active movement tracking and boundary/geofence alerts for security teams.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GPS EMERGENCY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Future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2468880" cy="38404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920240"/>
            <a:ext cx="246888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  <a:latin typeface="Arial"/>
              </a:defRPr>
            </a:pPr>
            <a:r>
              <a:t>PHASE 1</a:t>
            </a:r>
          </a:p>
          <a:p>
            <a:pPr>
              <a:spcAft>
                <a:spcPts val="12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IoT Wearables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Develop integrations for smart bands and watch accelerators (e.g. WearOS) to detect falls and record heart rate metrics autonomously.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5576" y="1920240"/>
            <a:ext cx="2468880" cy="38404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65576" y="1920240"/>
            <a:ext cx="2468880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2736" y="219456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EA5E9"/>
                </a:solidFill>
                <a:latin typeface="Arial"/>
              </a:defRPr>
            </a:pPr>
            <a:r>
              <a:t>PHASE 2</a:t>
            </a:r>
          </a:p>
          <a:p>
            <a:pPr>
              <a:spcAft>
                <a:spcPts val="12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Native Apps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Release native iOS and Android versions using Flutter/React Native, enabling background GPS reporting and offline SMS fall sensing.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920240"/>
            <a:ext cx="2468880" cy="38404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1920240"/>
            <a:ext cx="246888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219456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  <a:latin typeface="Arial"/>
              </a:defRPr>
            </a:pPr>
            <a:r>
              <a:t>PHASE 3</a:t>
            </a:r>
          </a:p>
          <a:p>
            <a:pPr>
              <a:spcAft>
                <a:spcPts val="12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AI Diagnostics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Integrate local machine learning models for acoustic panic detection, voice frequency stress analysis, and behavioral pattern anomaly detection.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34272" y="1920240"/>
            <a:ext cx="2468880" cy="38404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34272" y="1920240"/>
            <a:ext cx="2468880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1432" y="219456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EA5E9"/>
                </a:solidFill>
                <a:latin typeface="Arial"/>
              </a:defRPr>
            </a:pPr>
            <a:r>
              <a:t>PHASE 4</a:t>
            </a:r>
          </a:p>
          <a:p>
            <a:pPr>
              <a:spcAft>
                <a:spcPts val="12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Mesh Networks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Deploy Bluetooth/LoRa WAN mesh fallback networks to enable message delivery even in regions without cellular coverage or internet.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Try the Project Live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975104" y="1828800"/>
            <a:ext cx="8229600" cy="4114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32304" y="2194560"/>
            <a:ext cx="7315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3600" b="1">
                <a:solidFill>
                  <a:srgbClr val="F8FAFC"/>
                </a:solidFill>
                <a:latin typeface="Arial"/>
              </a:defRPr>
            </a:pPr>
            <a:r>
              <a:t>Thank You!</a:t>
            </a:r>
          </a:p>
          <a:p>
            <a:pPr algn="ctr">
              <a:spcAft>
                <a:spcPts val="2800"/>
              </a:spcAft>
              <a:defRPr sz="1800" b="1">
                <a:solidFill>
                  <a:srgbClr val="10B981"/>
                </a:solidFill>
                <a:latin typeface="Arial"/>
              </a:defRPr>
            </a:pPr>
            <a:r>
              <a:t>Ready for live demonstration</a:t>
            </a:r>
          </a:p>
          <a:p>
            <a:pPr algn="ctr">
              <a:spcAft>
                <a:spcPts val="4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GitHub Repository:</a:t>
            </a:r>
          </a:p>
          <a:p>
            <a:pPr algn="ctr">
              <a:spcAft>
                <a:spcPts val="2400"/>
              </a:spcAft>
              <a:defRPr sz="1800" b="1">
                <a:solidFill>
                  <a:srgbClr val="0EA5E9"/>
                </a:solidFill>
                <a:latin typeface="Arial"/>
              </a:defRPr>
            </a:pPr>
            <a:r>
              <a:t>https://github.com/balu738697/Emergency-gps-tracking</a:t>
            </a:r>
          </a:p>
          <a:p>
            <a:pPr algn="ctr">
              <a:defRPr sz="1400">
                <a:solidFill>
                  <a:srgbClr val="F8FAFC"/>
                </a:solidFill>
                <a:latin typeface="Arial"/>
              </a:defRPr>
            </a:pPr>
            <a:r>
              <a:t>Open run.bat locally to launch the portal instantly!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